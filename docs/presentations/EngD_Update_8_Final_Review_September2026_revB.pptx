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the August collection, state only what is verified: its classification follows what participants experienced and is being checked against the deployed file and returned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Open with the why: 3A removed the verdict and engagement survived — avoidance, not a solution; 3B reintroduces measurement made survivable by design. Then the status, stated at its evidential level: the protocol and inferential hierarchy are repository-dated 8–9 August 2026; whether specification preceded recruitment awaits the deployment start date. I have reported that the August deployment used the earlier build; before fixing the stage label I am verifying the deployed file and returned records, because classification follows what participants experienced, not a version label. The decision tree on the slide covers both verification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the fielding decision — a compressed v3.0 window must open by late September to close inside the ethics period. Everything else proceeds either way; the thesis stands with §8.8 as a specified protocol if 3B is not fielded.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is designed to evaluate the combined adaptive design; the classification of the collection running since August 2026 is under verification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This is not an eight-week pre/post assessment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descriptive, retrospectively formalised classification anchored to the protocol's three-to-five-play lower bound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status under verification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split into 3A and 3B — and where 3B actually stands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1635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separate stage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3A removed the clinical verdict and engagement survived — avoidance, not a solution. Stage 3B reintroduces gentle, trajectory-framed measurement to test whether the Chapter 7 design makes measurement survivable — a separately labelled collection, so the reported 3A record is never touched.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675888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two-arm randomised comparison (adaptive rule-agent + trajectory + coaching vs static difficulty), silently assigned in the v3.0 bilingual build; target N ≥ 40. Estimates the combined effect — no component or framing isolation.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53542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reports the August deployment used the earlier Stage-3A build. Classification follows what participants experienced — features, measurement display, allocation, outcomes — verified against the deployed file and returns before the label is fixed. Either way: a separately labelled collection, never merged.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3A-build account is confirmed, with the supervisor: field v3.0 in a compressed ~3–4-week window inside the ethics period (the dated 8 Aug draft includes single-arm Option B), or report the framework as specified, not field-tested. If the deployment implemented the 3B procedures, it proceeds as the 3B evaluation.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fielded: prospectively evaluates the combined design intervention,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fielded: §8.8 rewritten from proposed to first-evaluation-conducted; otherwise §8.8 stays a specified, unexecuted protocol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diary (Table 9.1) final cells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decide)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deployment: deployed file, participant experience, returns → fix the stage label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with the supervisor: compressed v3.0 window (fits the ethics period if opened by late September) or framework reported as specified, not field-tested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decisions: 3B fielding; Paper-3 venue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fielded: 3B window runs, closing before the ethics expiry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(or 3A-extension) write-up → §8.8 + programme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— a compressed 3B window must open by late September; the thesis submission target is October 2026.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(under evaluation)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Its combined-effect evaluation is contingent on Stage 3B.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(completed)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2026-09-12T06:32:53Z</dcterms:created>
  <dcterms:modified xsi:type="dcterms:W3CDTF">2026-09-12T06:32:53Z</dcterms:modified>
</cp:coreProperties>
</file>