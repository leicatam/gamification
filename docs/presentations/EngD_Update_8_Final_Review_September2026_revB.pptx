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Deliver three beats: (1) collection COMMENCED IN AUGUST 2026; (2) the INTENDED COMPARISON — adaptive calibration + trajectory + coaching vs static difficulty, randomised in-build, estimating the combined effect; (3) STATUS — deployed procedures and returns are being checked against the protocol before classification and analysis. If asked about contingencies: they arise only if verification does not support the 3B classification and rest with my supervisor; a single-arm route would provide no between-group estimate, so objective and claims would be revised accordingly.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deployment under verification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has two parts, what participants experience, and where the data stand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1635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parts, two questions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3A examined engagement when the clinical verdict was removed from play. Stage 3B examines whether trajectory-framed measurement with adaptive support sustains engagement when measurement is visible. Separate labelled collections; the reported 3A record is unchanged.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675888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participant experience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bilingual v3.0 game: in-build consent, silent random assignment (adaptive calibration + trajectory + coaching vs static difficulty), end-screen questionnaire, one-file export; target N ≥ 40. Estimates the combined effect — no component or framing isolation.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53542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commenced in August 2026. The deployed procedures and returned records are being checked against the Stage-3B protocol before final classification and analysis.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of the deployed file and returns → classification → analysis under the pre-specified hierarchy (repository-dated 8–9 Aug 2026).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combined-intervention evaluation,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and the programme diary (Table 9.1), written to the verified classification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October 2026.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(evaluation in progress)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Evaluation status follows the verified classification of the August Stage-3B deployment.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8 being filed.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2026-09-12T07:18:08Z</dcterms:created>
  <dcterms:modified xsi:type="dcterms:W3CDTF">2026-09-12T07:18:08Z</dcterms:modified>
</cp:coreProperties>
</file>