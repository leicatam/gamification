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Status: in the field since August 2026, nearing completion, inside the approved ethics period. Calibrated claims: it evaluates the combined intervention as a package; component isolation and the framing contrast need the later three-arm study. State yourself that the analysis plan will be fixed with the supervisor before the data are analysed, and name the early-exit capture question — do not wait for the panel to find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field window is already running and closes shortly; the real dependencies now are the analysis plan, the supervisor's Paper-3 venue decision, and the documentary records. The ethics expiry bounds fieldwork, not thesis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Each contribution card carries its evidential status in its own title: proposed, candidate, under evaluation, completed — the panel sees which conclusions stand on completed evidence and which are contingent on Stage 3B. Close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2011680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</p:sp>
      <p:pic>
        <p:nvPicPr>
          <p:cNvPr id="9" name="Image 0" descr="/home/user/gamification/docs/papers/figures_submission/Game_Screenshot_Leve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148840"/>
            <a:ext cx="2788920" cy="18653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732520" y="427939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at a glance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— in the field since August 2026 — evaluates the combined adaptive design; it does not by itself isolate the framing contrast.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This is not an eight-week pre/post assessment design.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descriptive, retrospectively formalised classification anchored to the protocol's three-to-five-play lower bound — not an optimal threshold.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4343400" cy="45354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1444752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15184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785616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956048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59618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acceptors); sensitivity analysis recalculated from the archive (arithmetic verification, n=30 vs n=29).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55080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designed and built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March: protocol drafted, v3.0 bilingual build complete and smoke-tested (in-build consent, silent A/B arms, one-file export, no external calls).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9339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3619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844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7530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9 SEP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12724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608576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175504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166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718304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in the field, nearing completion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randomised evaluation of the Chapter 7 adaptive-learning framework — running since August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8950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two-arm randomised comparison of the combined intervention (adaptive rule-agent + trajectory + coaching vs static difficulty), silently assigned; target N ≥ 40. Estimates the combined effect — it does not isolate components or the framing contrast.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74904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v3.0 bilingual (繁中/EN), smoke-tested: in-build consent citing the approval, D1/D2 + framework items, one-file JSON export, resume-on-reload, no external calls in play.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608576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began August 2026 (author-reported) and is nearing completion; the window closes inside the approved ethics period (to 30 Oct 2026). Data arrive as one-file JSON exports, archived as-received.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46811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analysis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fieldwork nearly closed, the analysis plan is to be fixed with the supervisor before the data are analysed: primary outcome, precision framing, missing-data handling, and treatment of early exits (end-screen questionnaires alone miss early stoppers).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1426464"/>
            <a:ext cx="3977640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121408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Prospectively evaluates the combined design intervention, with exploratory assessment of the proposed mechanisms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rewritten from proposed to first-evaluation-conducted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diary (Table 9.1) final cells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(the critical path)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close and data cut-off; exports archived as-received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plan fixed with supervisor, then analysis and interpretation → §8.8 + programme diary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window closes; data cut-off; exports archived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plan fixed with supervisor before analysis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→ §8.8 + programme diary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submission on the supervisor's venue decision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Stage-3B fieldwork (the running window sits inside it); the thesis submission target is October 2026.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724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1792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224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response (under evaluation)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specific design decision, embodied in the adaptive-learning framework. Its combined-effect evaluation is contingent on Stage 3B.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(completed)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2026-09-12T05:52:45Z</dcterms:created>
  <dcterms:modified xsi:type="dcterms:W3CDTF">2026-09-12T05:52:45Z</dcterms:modified>
</cp:coreProperties>
</file>